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Calibri"/>
              </a:rPr>
              <a:t>Fatal rate by cause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rate (%)</c:v>
                </c:pt>
              </c:strCache>
            </c:strRef>
          </c:tx>
          <c:spPr>
            <a:solidFill>
              <a:srgbClr val="E4575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Distraction</c:v>
                  </c:pt>
                  <c:pt idx="1">
                    <c:v>Weather</c:v>
                  </c:pt>
                  <c:pt idx="2">
                    <c:v>Overspeeding</c:v>
                  </c:pt>
                  <c:pt idx="3">
                    <c:v>Drunk Driving</c:v>
                  </c:pt>
                  <c:pt idx="4">
                    <c:v>Poor Road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15</c:v>
                </c:pt>
                <c:pt idx="2">
                  <c:v>15</c:v>
                </c:pt>
                <c:pt idx="3">
                  <c:v>15.5</c:v>
                </c:pt>
                <c:pt idx="4">
                  <c:v>15.7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Calibri"/>
              </a:rPr>
              <a:t>Fatal rate by festival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rate (%)</c:v>
                </c:pt>
              </c:strCache>
            </c:strRef>
          </c:tx>
          <c:spPr>
            <a:solidFill>
              <a:srgbClr val="F585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New Year</c:v>
                  </c:pt>
                  <c:pt idx="1">
                    <c:v>Diwali</c:v>
                  </c:pt>
                  <c:pt idx="2">
                    <c:v>Normal days</c:v>
                  </c:pt>
                  <c:pt idx="3">
                    <c:v>Eid</c:v>
                  </c:pt>
                  <c:pt idx="4">
                    <c:v>Holi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9.7</c:v>
                </c:pt>
                <c:pt idx="2">
                  <c:v>14.9</c:v>
                </c:pt>
                <c:pt idx="3">
                  <c:v>17.6</c:v>
                </c:pt>
                <c:pt idx="4">
                  <c:v>34.2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822960" cy="73152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 Analytics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20,000 accident records say about causes, severity, time, cities and festivals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MySQL  • 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5603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72107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 (2022 – Apr 2025)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5603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414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cities · 7 states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15107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raw columns, 29 after feature 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25603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844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58107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duplicates; no outliers found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188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 (Python)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481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festival values, fixed date types, standardised labels, checked day/hour consistency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Engineer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3500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year, month, time of day, is_festival, casualty per vehicle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926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Analyse (MySQL)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186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rate by cause, JOINs with city/region table, CTEs, window functions (LAG, RANK, running total), festival vs normal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794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Visualise (Power BI)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40873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 and slicers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pic>
        <p:nvPicPr>
          <p:cNvPr id="4" name="Image 0" descr="/mnt/user-data/uploads/indian_road_accident_power_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257800" cy="28437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9788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4813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 · Total Casualties · Avg Casualties · Fatal Rate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871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map · Accidents by severity · Accidents by casualties · Visibility by weather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3675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Cause · Road type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Causes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88720"/>
            <a:ext cx="28346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298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accidents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240280"/>
            <a:ext cx="28346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350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8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770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accidents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3291840"/>
            <a:ext cx="28346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822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Fatal; avg 3.0 casualties vs 1.5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297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matters only slightly (chi-square p = 0.045); Distraction is the lowest.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Where: Evenly Spread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counts show no significant pattern by hour, weekday, month or city.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214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9214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50876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09214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50876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09214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counts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28346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matter more: average risk score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19202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355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82542"/>
            <a:ext cx="16459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3246120"/>
            <a:ext cx="19202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3355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882542"/>
            <a:ext cx="16459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46120"/>
            <a:ext cx="19202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3355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882542"/>
            <a:ext cx="16459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3246120"/>
            <a:ext cx="19202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355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vs 0.38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3882542"/>
            <a:ext cx="16459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non-peak hour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 and Risk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88720"/>
            <a:ext cx="28346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 vs 1.73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72107"/>
            <a:ext cx="25603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casualties: festival vs normal days (p = 0.03)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28346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41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 vs 0.44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915107"/>
            <a:ext cx="25603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score: festival vs normal days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115 festival accidents (Holi: 38), so treat the Holi spike as a signal to monitor, not a proven effect.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3152" cy="54864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43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7 accidents is fatal (14.9%), with twice the casualties of other types.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73152" cy="54864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874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roads and drunk driving have the highest fatal rates; Distraction the lowest.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73152" cy="54864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place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6060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hour, weekday, month or city stands out; risk follows conditions, not locations.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73152" cy="54864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3375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Fog, rain and peak hours raise risk; festivals raise casualties per accident.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improve road quality and drink-driving checks, add fog and rain alerts, and increase patrols around peak hours and festivals.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Road Accident Analytics</dc:title>
  <dc:subject>PptxGenJS Presentation</dc:subject>
  <dc:creator>PptxGenJS</dc:creator>
  <cp:lastModifiedBy>PptxGenJS</cp:lastModifiedBy>
  <cp:revision>1</cp:revision>
  <dcterms:created xsi:type="dcterms:W3CDTF">2026-10-18T13:45:35Z</dcterms:created>
  <dcterms:modified xsi:type="dcterms:W3CDTF">2026-10-18T13:45:35Z</dcterms:modified>
</cp:coreProperties>
</file>